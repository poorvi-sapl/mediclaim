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870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36576" cy="25603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7548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Intelligence Platform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MVP Build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2011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470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Dashboard  ·  Plan/Gov Dashboard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·  Rules Engine  ·  Live Alerts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78424" y="502920"/>
            <a:ext cx="3017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502920"/>
            <a:ext cx="36576" cy="76809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7296" y="594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Plan-Agnostic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97296" y="905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· Medicaid · Commercial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508760"/>
            <a:ext cx="3017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508760"/>
            <a:ext cx="36576" cy="768096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97296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97296" y="1911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UI + Plan/Gov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514600"/>
            <a:ext cx="3017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2514600"/>
            <a:ext cx="36576" cy="768096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Feed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97296" y="2916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two output lenses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520440"/>
            <a:ext cx="3017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520440"/>
            <a:ext cx="36576" cy="76809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97296" y="39227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flags power the 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on Synthetic Data  →  Pitch to Plan  →  Real Claims Pilot  →  Enterprise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technology chosen for a specific reason. No over-engineering for a demo.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70432"/>
            <a:ext cx="26517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1298448"/>
            <a:ext cx="822960" cy="1828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298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216" y="15544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" y="182880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Tailwind CSS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" y="2048256"/>
            <a:ext cx="239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10312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for both dashboards. Fast to build, looks professional.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55264" y="117043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55264" y="1170432"/>
            <a:ext cx="265176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298448"/>
            <a:ext cx="822960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298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15544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182880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SSE streaming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2048256"/>
            <a:ext cx="239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10312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means rules engine and future ML live in the same codebase.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53328" y="117043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3328" y="1170432"/>
            <a:ext cx="2651760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1298448"/>
            <a:ext cx="822960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298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1344" y="15544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81344" y="182880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tables, one schema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2048256"/>
            <a:ext cx="239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210312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queryable, reliable. All claims, flags, scores, actions in one DB.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80944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980944"/>
            <a:ext cx="265176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" y="3108960"/>
            <a:ext cx="822960" cy="18288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" y="3108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" y="33649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" y="36393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FastAPI natively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5216" y="3858768"/>
            <a:ext cx="239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" y="3913632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flags appear on plan dashboard instantly. No websocket complexity.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55264" y="2980944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55264" y="2980944"/>
            <a:ext cx="2651760" cy="54864"/>
          </a:xfrm>
          <a:prstGeom prst="rect">
            <a:avLst/>
          </a:prstGeom>
          <a:solidFill>
            <a:srgbClr val="EA6C00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3108960"/>
            <a:ext cx="822960" cy="182880"/>
          </a:xfrm>
          <a:prstGeom prst="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108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83280" y="33649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API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383280" y="36393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only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383280" y="3858768"/>
            <a:ext cx="239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3913632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800 realistic claims with fraud patterns. No ML in MVP.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53328" y="2980944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53328" y="2980944"/>
            <a:ext cx="265176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81344" y="3108960"/>
            <a:ext cx="82296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1344" y="3108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81344" y="33649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Server</a:t>
            </a:r>
          </a:p>
        </p:txBody>
      </p:sp>
      <p:sp>
        <p:nvSpPr>
          <p:cNvPr id="53" name="Text 51"/>
          <p:cNvSpPr/>
          <p:nvPr/>
        </p:nvSpPr>
        <p:spPr>
          <a:xfrm>
            <a:off x="6181344" y="36393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One-click, free tier, HTTPS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81344" y="3858768"/>
            <a:ext cx="239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81344" y="3913632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for the pitch. Looks real, not localhost.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What We Build The MVP 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AI-generated claims with 6 fraud patterns baked in. Generated by GPT-4. Loaded into PostgreSQL on Day 2.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19385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70432"/>
            <a:ext cx="1938528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Details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499616"/>
            <a:ext cx="1719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 + patient ID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service (90-day window)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/ HCPCS code + description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category (HH/Hospice/DME/Drug)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amount (realistic per type)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name: California Medi-Cal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1170432"/>
            <a:ext cx="19385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170432"/>
            <a:ext cx="1938528" cy="292608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17043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Profile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1760" y="1499616"/>
            <a:ext cx="1719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(10-digit, correctly formatted)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name + specialty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city, state, zip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lat/lng for distance calc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total physicians in dataset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James Wilson = demo physician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170432"/>
            <a:ext cx="19385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70432"/>
            <a:ext cx="1938528" cy="2926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17043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Details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6592" y="1499616"/>
            <a:ext cx="1719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 + unique supplier ID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zip + state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flagged boolean (set at load)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categories they bill for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seen date per NPI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fraud patterns below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11696" y="1170432"/>
            <a:ext cx="19385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11696" y="1170432"/>
            <a:ext cx="1938528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117043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21424" y="1499616"/>
            <a:ext cx="1719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patient names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 (anonymized UUID)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zip code (real US zips)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state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geographic distance rule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patient IDs across claims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6393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Fraud Patterns Baked Into The 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953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68496"/>
            <a:ext cx="201168" cy="2011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3968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Supplier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MedSupply Pro bills under 9 NPIs — 120 claims, $180K, OIG flagged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55264" y="3968496"/>
            <a:ext cx="201168" cy="201168"/>
          </a:xfrm>
          <a:prstGeom prst="rect">
            <a:avLst/>
          </a:prstGeom>
          <a:solidFill>
            <a:srgbClr val="EA6C00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9584" y="3968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Spike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Wilson: 8 claims in months 1-2, then 47 claims in month 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53328" y="3968496"/>
            <a:ext cx="201168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7648" y="3968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Anomaly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claims where patient zip is 200+ miles from physician practice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462272"/>
            <a:ext cx="201168" cy="2011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Listed Supplier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QuickCare Equipment: 15 claims across 3 NPIs, all excluded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55264" y="4462272"/>
            <a:ext cx="201168" cy="2011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29584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High-Value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Home Solutions: first appears in last 15 days, $34K in 2 wks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53328" y="4462272"/>
            <a:ext cx="201168" cy="201168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27648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 Reuse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ID billed under 3 NPIs with different names + zips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From 800 Synthetic Claims To Two Dashboards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PostgreSQL database powers everything. Rules engine runs at load time. Scores stored and served on demand.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148132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61872"/>
            <a:ext cx="14813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389888"/>
            <a:ext cx="640080" cy="1828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389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1645920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generates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claims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1762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fraud patterns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93392" y="2029968"/>
            <a:ext cx="25603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2176272" y="1975104"/>
            <a:ext cx="109728" cy="109728"/>
          </a:xfrm>
          <a:prstGeom prst="triangl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1261872"/>
            <a:ext cx="148132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94560" y="1261872"/>
            <a:ext cx="1481328" cy="54864"/>
          </a:xfrm>
          <a:prstGeom prst="rect">
            <a:avLst/>
          </a:prstGeom>
          <a:solidFill>
            <a:srgbClr val="EA6C00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4288" y="1389888"/>
            <a:ext cx="640080" cy="182880"/>
          </a:xfrm>
          <a:prstGeom prst="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1389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04288" y="1645920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LEIE check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load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04288" y="21762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names matched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exclusion list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30752" y="2029968"/>
            <a:ext cx="25603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3913632" y="1975104"/>
            <a:ext cx="109728" cy="109728"/>
          </a:xfrm>
          <a:prstGeom prst="triangl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1261872"/>
            <a:ext cx="148132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0" y="1261872"/>
            <a:ext cx="1481328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41648" y="1389888"/>
            <a:ext cx="640080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1389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41648" y="1645920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all 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41648" y="21762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tables: claims, profiles,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flags, scores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68112" y="2029968"/>
            <a:ext cx="25603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5650992" y="1975104"/>
            <a:ext cx="109728" cy="109728"/>
          </a:xfrm>
          <a:prstGeom prst="triangl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1261872"/>
            <a:ext cx="148132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1261872"/>
            <a:ext cx="1481328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79008" y="1389888"/>
            <a:ext cx="640080" cy="18288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1389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79008" y="1645920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all claims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79008" y="21762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guardrails run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written to DB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05472" y="2029968"/>
            <a:ext cx="256032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5400000">
            <a:off x="7388352" y="1975104"/>
            <a:ext cx="109728" cy="109728"/>
          </a:xfrm>
          <a:prstGeom prst="triangl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1261872"/>
            <a:ext cx="148132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06640" y="1261872"/>
            <a:ext cx="1481328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6368" y="1389888"/>
            <a:ext cx="640080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1389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16368" y="1645920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16368" y="21762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arithmetic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NPI + supplier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29443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5 Tables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3255264"/>
            <a:ext cx="157276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" y="3255264"/>
            <a:ext cx="1572768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3621024"/>
            <a:ext cx="13898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record — all fields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39696" y="3255264"/>
            <a:ext cx="157276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139696" y="3255264"/>
            <a:ext cx="1572768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39696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npi_profiles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231136" y="3621024"/>
            <a:ext cx="13898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physician profiles + coordinates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22192" y="3255264"/>
            <a:ext cx="157276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22192" y="3255264"/>
            <a:ext cx="1572768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22192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913632" y="3621024"/>
            <a:ext cx="13898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flags, confirms, disputes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04688" y="3255264"/>
            <a:ext cx="157276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504688" y="3255264"/>
            <a:ext cx="1572768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04688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rules_flags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96128" y="3621024"/>
            <a:ext cx="13898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all 5 guardrail rules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87184" y="3255264"/>
            <a:ext cx="157276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187184" y="3255264"/>
            <a:ext cx="1572768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87184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npi_risk_scores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278624" y="3621024"/>
            <a:ext cx="13898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score per NPI + supplier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462272" y="3255264"/>
            <a:ext cx="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FastAPI reads all tables  →  Physician Dashboard + Plan Dashboard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UI — What Gets Delivered in MVP vs Real Product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James Wilson logs in, sees his claims, takes action. Simple by design. The flags he creates power everything else.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319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70432"/>
            <a:ext cx="3931920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—  Delivered In 10 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5727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47088" y="15727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NPI, specialty, total claims, unreviewed count, unknown suppliers detected (in red)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194560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311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47088" y="2231136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 · Date · CPT code · Service description · Category chip · Supplier name · Amount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89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Buttons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47088" y="288950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  ✗ Dispute  ⚑ Flag Supplier  ? Unknown Patient — fires real-time alert to plan on click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511296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47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47088" y="35478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dropdown · Date range picker · Reviewed / Unreviewed toggle · Supplier search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169664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206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Suppliers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47088" y="42062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all suppliers this physician has flagged with claim count, amount, and plan acknowledgment status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170432"/>
            <a:ext cx="39319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170432"/>
            <a:ext cx="3931920" cy="32918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70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 —  Post Pilot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15727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44768" y="15727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fraud exposure summary in plain English + 6-month amount trend chart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64608" y="2194560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2311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44768" y="2231136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dot per row (Isolation Forest) · Smart sort by anomaly score · Patient repeat indicator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64608" y="2852928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889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Tooltip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44768" y="288950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 why a claim is suspicious: 'This supplier has been flagged by 6 other physicians this month'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64608" y="3511296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547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Profile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354787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page: cross-physician signals, claim history, network connections, what other doctors say about this supplier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4169664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206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44768" y="42062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LLM summary emailed monthly. Dispute tracking with plan response + recovery amounts. Mobile layout.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17720" y="1170432"/>
            <a:ext cx="0" cy="37307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Government UI — What Gets Delivered in MVP vs Real Product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claims data as the physician view. Full cross-NPI visibility. Risk scores, supplier watchlist, live alerts.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319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70432"/>
            <a:ext cx="3931920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—  Delivered In 10 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5727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93392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NPIs monitored · High-risk count · Alerts today · Total physician flags — 4 live counts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194560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3113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 Leaderboard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93392" y="22311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NPIs sorted by risk score. Red &gt;70, Amber 40-70, Green &lt;40. Click any row for full drill-down.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895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Detail Page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93392" y="2889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claim history + all rules flags fired as colored badges + all physician actions taken for one NPI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511296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478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Watchlist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93392" y="3547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physician flag count. OIG badge. Distinct NPI count. MedSupply Pro at row 1, visually prominent.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169664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2062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 Feed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93392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— physician flags appear instantly as cards. Doctor name · Supplier · Patient · Amount · Timestamp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170432"/>
            <a:ext cx="39319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170432"/>
            <a:ext cx="3931920" cy="32918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70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 —  Post Pilot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15727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91072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replaces rules arithmetic. LLM explains score in plain English per NPI. Score trend sparkline.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64608" y="2194560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23113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Anomalies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91072" y="22311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Autoencoder flags on every claim row. Anomaly indicator dot. Not just which rule fired.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64608" y="2852928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8895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 Graph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91072" y="2889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network visualization. Nodes = NPIs + suppliers. Hub suppliers visible as large red center nodes.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64608" y="3511296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5478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91072" y="3547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opens a case, adds notes, assigns, tracks resolution. Confirmed fraud becomes ML training label.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4169664"/>
            <a:ext cx="37124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2062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 Signals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91072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shared anonymously across plan clients. Supplier flagged across 3 plans triggers network-wide alert.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17720" y="1170432"/>
            <a:ext cx="0" cy="37307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Build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only. Frontend developer works in parallel. Every day ends with a verified checkpoint.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60934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1609344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5179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+ DB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8836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PostgreSQL + FastAPI skeleton running. All 5 tables created. .env configured.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21408" y="1207008"/>
            <a:ext cx="160934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21408" y="1207008"/>
            <a:ext cx="1609344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2070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12848" y="15179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12848" y="18836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generates 800 claims. OIG LEIE loaded. All data in PostgreSQL. 4 verification queries pass.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85616" y="1207008"/>
            <a:ext cx="160934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1207008"/>
            <a:ext cx="1609344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12070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77056" y="15179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77056" y="18836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guardrail rules written and run. 150+ flags written to rules_flags table. Every fraud pattern fired.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49824" y="1207008"/>
            <a:ext cx="1609344" cy="1719072"/>
          </a:xfrm>
          <a:prstGeom prst="rect">
            <a:avLst/>
          </a:prstGeom>
          <a:solidFill>
            <a:srgbClr val="FAFFFE"/>
          </a:solidFill>
          <a:ln w="19050">
            <a:solidFill>
              <a:srgbClr val="0E749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9824" y="1207008"/>
            <a:ext cx="1609344" cy="2560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12070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41264" y="15179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41264" y="18836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+ supplier risk scores calculated and stored. Dr. Wilson top 3. MedSupply Pro row 1 on supplier list.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41264" y="268833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MILESTONE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14032" y="1207008"/>
            <a:ext cx="160934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14032" y="1207008"/>
            <a:ext cx="1609344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12070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05472" y="15179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API Endpoints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05472" y="18836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claims, GET summary, GET flagged suppliers, POST actions — all built and tested in FastAPI docs.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035808"/>
            <a:ext cx="160934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035808"/>
            <a:ext cx="1609344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0358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33467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API + SSE Stream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37124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endpoints live. SSE alert stream working — POST action, event appears in stream within 2 seconds.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21408" y="3035808"/>
            <a:ext cx="160934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121408" y="3035808"/>
            <a:ext cx="1609344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21408" y="30358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12848" y="33467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Polish + Reset Script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12848" y="37124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verified visually. demo_reset.py and seed_demo_actions.py working. Clean reproducible state.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785616" y="3035808"/>
            <a:ext cx="1609344" cy="1719072"/>
          </a:xfrm>
          <a:prstGeom prst="rect">
            <a:avLst/>
          </a:prstGeom>
          <a:solidFill>
            <a:srgbClr val="FAFFFE"/>
          </a:solidFill>
          <a:ln w="19050">
            <a:solidFill>
              <a:srgbClr val="0E749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785616" y="3035808"/>
            <a:ext cx="1609344" cy="2560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85616" y="30358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77056" y="33467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Error Handling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877056" y="37124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headers. Health endpoint. All errors handled gracefully. Full integration test suite passes.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877056" y="451713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MILESTONE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9824" y="3035808"/>
            <a:ext cx="160934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449824" y="3035808"/>
            <a:ext cx="1609344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9824" y="30358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41264" y="33467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</a:t>
            </a:r>
            <a:r>
              <a:rPr lang="en-US" sz="10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toServer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41264" y="37124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HTTPS URL. All data loaded on production. SSE confirmed working on live deployment.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114032" y="3035808"/>
            <a:ext cx="1609344" cy="1719072"/>
          </a:xfrm>
          <a:prstGeom prst="rect">
            <a:avLst/>
          </a:prstGeom>
          <a:solidFill>
            <a:srgbClr val="FAFFFE"/>
          </a:solidFill>
          <a:ln w="19050">
            <a:solidFill>
              <a:srgbClr val="0E749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14032" y="3035808"/>
            <a:ext cx="1609344" cy="2560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14032" y="303580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05472" y="334670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05472" y="3712464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demo script practiced 3 times. Screenshot PDF backup prepared. Ready to pitch.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205472" y="451713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MILESTONE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Move From MVP To Real Pilot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requires nothing external. Real pilot requires data from the plan and compliance groundwork before any PHI is processed.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25603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70432"/>
            <a:ext cx="2560320" cy="31089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You Handle Yourself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554480"/>
            <a:ext cx="23408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key (GPT-4 access)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Docker (free)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 account (free tier)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— optional, ~$10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LEIE list — free public download at oig.hhs.gov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Registry API — free public API, no key needed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+ Python 3.11+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permissions required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HIPAA compliance needed (synthetic data only)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63824" y="1170432"/>
            <a:ext cx="259689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1170432"/>
            <a:ext cx="2596896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17043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Plan — Noel's Intro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73552" y="1554480"/>
            <a:ext cx="237744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1-2 California Medi-Cal MCO contacts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de-identified claims sample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 only, single state for pilot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fields: patient ID, date, CPT/HCPCS, supplier name + NPI, ordering physician NPI, amount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 — CSV, JSON, EDI 837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 for data format questions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email authorizing data use for pilot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physician registration flow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provider types to prioritize first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07024" y="1170432"/>
            <a:ext cx="277977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07024" y="1170432"/>
            <a:ext cx="2779776" cy="31089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117043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— Before Any PHI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16752" y="1554480"/>
            <a:ext cx="256032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 with all vendors (AWS, OpenAI, hosting)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attorney — compliance review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liability insurance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cloud hosting (AWS/GCP/Azure, not Railway)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— S3 + KMS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— every PHI access timestamped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— physician identity + RBAC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preparation (for enterprise contracts)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data sharing agreement with plan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837176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ask to Noel right now:  </a:t>
            </a: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one California Medi-Cal MCO contact willing to share a 90-day de-identified DME claims sample. That is the only dependency blocking the pilot.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vs Real Product — Feature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demonstrated in 10 days. What gets built after the plan signs the pilot agreement.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201168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170432"/>
            <a:ext cx="283464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(10 Days)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0096" y="1170432"/>
            <a:ext cx="338328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(Post-Pilot)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463040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1463040"/>
            <a:ext cx="2834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0096" y="1463040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463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1463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arithmetic (weighted sum)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31536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ML model, trained on flag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1755648"/>
            <a:ext cx="20116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1755648"/>
            <a:ext cx="283464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0096" y="1755648"/>
            <a:ext cx="33832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755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Anomalies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78608" y="1755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flags only (5 guardrails)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31536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Autoencoder neural net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048256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7168" y="2048256"/>
            <a:ext cx="2834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0096" y="2048256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0482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Explanation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78608" y="20482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rules fired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31536" y="2048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plain English summary per NPI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340864"/>
            <a:ext cx="20116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87168" y="2340864"/>
            <a:ext cx="283464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0096" y="2340864"/>
            <a:ext cx="33832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3408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Analysis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78608" y="23408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check + distinct NPI count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31536" y="2340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ML + network centrality analysis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2633472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87168" y="2633472"/>
            <a:ext cx="2834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40096" y="2633472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2633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578608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31536" y="2633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graph visualization (Neo4j backend)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2926080"/>
            <a:ext cx="20116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87168" y="2926080"/>
            <a:ext cx="283464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40096" y="2926080"/>
            <a:ext cx="33832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578608" y="2926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31536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investigation workflow + resolution tracking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3218688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87168" y="3218688"/>
            <a:ext cx="2834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40096" y="3218688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 Signals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578608" y="3218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31536" y="3218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anonymized pattern sharing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3511296"/>
            <a:ext cx="20116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87168" y="3511296"/>
            <a:ext cx="283464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3511296"/>
            <a:ext cx="33832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3511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Notes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578608" y="35112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431536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detection + code/description mismatch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3803904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87168" y="3803904"/>
            <a:ext cx="2834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803904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38039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Summaries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578608" y="38039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431536" y="3803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case briefs for investigators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57200" y="4096512"/>
            <a:ext cx="20116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487168" y="4096512"/>
            <a:ext cx="283464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40096" y="4096512"/>
            <a:ext cx="33832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Flags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578608" y="4096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 feed (SSE)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431536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+ ML training labels + monthly email report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57200" y="4389120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487168" y="4389120"/>
            <a:ext cx="2834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40096" y="4389120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2578608" y="4389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demo users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431536" y="4389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+ MFA + RBAC + physician NPI verification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57200" y="4681728"/>
            <a:ext cx="20116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87168" y="4681728"/>
            <a:ext cx="283464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40096" y="4681728"/>
            <a:ext cx="33832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8640" y="4681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2578608" y="4681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431536" y="4681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AWS/GCP + SOC 2 certified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36576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828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5-Minute Demo Story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67665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show a plan executive. Three acts. One browser. Five minutes.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267004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78992"/>
            <a:ext cx="2670048" cy="3657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170432"/>
            <a:ext cx="51206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1704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5216" y="144475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as Plan Investigator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" y="1828800"/>
            <a:ext cx="241401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1920240"/>
            <a:ext cx="241401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NPI risk leaderboard — Dr. Wilson near the top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his row — volume spike visible, MedSupply Pro flagged across 9 NPIs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supplier watchlist — MedSupply Pro at row 1, OIG badge, 9 NPIs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without this system, this pattern is invisible until months later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1078992"/>
            <a:ext cx="267004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1078992"/>
            <a:ext cx="2670048" cy="3657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170432"/>
            <a:ext cx="51206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1704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01568" y="144475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Dr. Wilson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01568" y="1828800"/>
            <a:ext cx="241401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920240"/>
            <a:ext cx="241401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unreviewed claims table — sorted worst first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MedSupply Pro claim — patient is 350 miles away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Flag Supplier — button logs action, row grays 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30 seconds. That is all it takes for a doctor to surface fraud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1078992"/>
            <a:ext cx="267004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078992"/>
            <a:ext cx="2670048" cy="3657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170432"/>
            <a:ext cx="51206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1704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0" y="144475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Plan — Live Alert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241401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920240"/>
            <a:ext cx="241401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plan alerts page — Dr. Wilson's flag already appears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MedSupply Pro flag count increment on supplier watchlist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one doctor flagged them. With your real data and 40 doctors 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your bad actor identified before the next claim is paid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553712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62856"/>
            <a:ext cx="9144000" cy="5815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085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90 days of de-identified DME claims. We will show you the first fraud signal within 30 days or we stop.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on Synthetic Data  →  Pitch to Plan  →  Real Claims Pilot  →  Enterprise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2188</Words>
  <Application>Microsoft Office PowerPoint</Application>
  <PresentationFormat>On-screen Show (16:9)</PresentationFormat>
  <Paragraphs>319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NPI Intelligence Platform — 10-Day MVP</dc:title>
  <dc:subject>PptxGenJS Presentation</dc:subject>
  <dc:creator>PptxGenJS</dc:creator>
  <cp:lastModifiedBy>Poorvi Yadav</cp:lastModifiedBy>
  <cp:revision>6</cp:revision>
  <dcterms:created xsi:type="dcterms:W3CDTF">2026-06-01T08:12:09Z</dcterms:created>
  <dcterms:modified xsi:type="dcterms:W3CDTF">2026-06-01T10:30:44Z</dcterms:modified>
</cp:coreProperties>
</file>